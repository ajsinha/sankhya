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2094991"/>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2,907 tests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948 deliberate defects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686047"/>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